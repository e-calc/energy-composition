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67614"/>
  </p:normalViewPr>
  <p:slideViewPr>
    <p:cSldViewPr snapToGrid="0" snapToObjects="1">
      <p:cViewPr>
        <p:scale>
          <a:sx n="124" d="100"/>
          <a:sy n="124" d="100"/>
        </p:scale>
        <p:origin x="1632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02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bars</a:t>
            </a:r>
          </a:p>
          <a:p>
            <a:r>
              <a:rPr lang="en-US" dirty="0"/>
              <a:t>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Composing GPU inference energy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per-kernel database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n / s / m / l / x  ·  NVIDIA A40  ·  fp32, 640 × 640 · batch 1 and 8 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2A3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energy of one forward pass without measuring the model — look its building blocks up in a database.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900" i="1" baseline="-400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r>
              <a:rPr lang="en-US" sz="13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</a:t>
            </a:r>
            <a:r>
              <a:rPr lang="en-US" sz="900" i="1" baseline="-400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</a:t>
            </a:r>
            <a:r>
              <a:rPr lang="en-US" sz="13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</a:t>
            </a:r>
            <a:r>
              <a:rPr lang="en-US" sz="900" i="1" baseline="-400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        measured once per kernel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59" y="3401568"/>
            <a:ext cx="46407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="1" i="1" baseline="-400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700" b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Σ</a:t>
            </a:r>
            <a:r>
              <a:rPr lang="en-US" sz="1100" b="1" baseline="-400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700" b="1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</a:t>
            </a:r>
            <a:r>
              <a:rPr lang="en-US" sz="1100" b="1" i="1" baseline="-400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← the number in this report (all sequential kernels)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5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Ruofan Wu, Jeff Ma · 09/14/2026 · University of Michigan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Workflow: measure once, compose later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10896" cy="310896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43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53619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model once, record every layer's real input tensors. Kernel key = module structure + input shape/dtype — position-independent, so the same block in two models is one row.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310896" cy="310896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432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in isolation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2491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Zeus energy window: 50 warm-up calls, 1000-call calibration, 3 s cooldown, then 5 s of back-to-back calls. Store eₖ and tₖ.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639312"/>
            <a:ext cx="310896" cy="310896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6210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91363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LEFT JOIN of its layer list onto the database. E_sum = </a:t>
            </a:r>
            <a:r>
              <a:rPr lang="en-US" sz="1100" dirty="0" err="1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1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eₖ.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85775" y="2387114"/>
            <a:ext cx="3017520" cy="1293157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860095" y="2569993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Power – 89.7W on A40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860095" y="2855497"/>
            <a:ext cx="2560320" cy="68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 of forwards → synchronize → wait 1 s → 1 s Zeus window; only cycles that stay at P0 with ≥ 95 % SM clock are kept.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one kernel: two granularities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measurement protocol, same database, two different decompositions of the same forward pass</a:t>
            </a:r>
            <a:endParaRPr lang="en-US" sz="1250" dirty="0"/>
          </a:p>
        </p:txBody>
      </p:sp>
      <p:pic>
        <p:nvPicPr>
          <p:cNvPr id="4" name="Image 0" descr="fig/gran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72" y="1528262"/>
            <a:ext cx="8375904" cy="2386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1: energy composes except for small 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eₖ against the measured forward energy, five model sizes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level</a:t>
            </a:r>
            <a:endParaRPr lang="en-US" sz="1250" dirty="0"/>
          </a:p>
        </p:txBody>
      </p:sp>
      <p:pic>
        <p:nvPicPr>
          <p:cNvPr id="5" name="Image 0" descr="fig/mod_b1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16736"/>
            <a:ext cx="3419856" cy="24117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00600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level</a:t>
            </a:r>
            <a:endParaRPr lang="en-US" sz="1250" dirty="0"/>
          </a:p>
        </p:txBody>
      </p:sp>
      <p:pic>
        <p:nvPicPr>
          <p:cNvPr id="7" name="Image 1" descr="fig/leaf_b1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16736"/>
            <a:ext cx="3419856" cy="24117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3913632"/>
            <a:ext cx="8138160" cy="950976"/>
          </a:xfrm>
          <a:prstGeom prst="roundRect">
            <a:avLst>
              <a:gd name="adj" fmla="val 5769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468934" y="4006659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2.9 %   /   −5.0 %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4279392"/>
            <a:ext cx="7871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Energy composes well. The only large error is yolo26n at batch 1, where the </a:t>
            </a:r>
            <a:r>
              <a:rPr lang="en-US" sz="1000" b="1" dirty="0"/>
              <a:t>model and input are small </a:t>
            </a:r>
            <a:r>
              <a:rPr lang="en-US" sz="1000" dirty="0"/>
              <a:t>enough that execution is CPU launch-bound.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5893799" y="399910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1.7 %   /   −8.4 %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8: the leaf underestimates energy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level</a:t>
            </a:r>
            <a:endParaRPr lang="en-US" sz="1250" dirty="0"/>
          </a:p>
        </p:txBody>
      </p:sp>
      <p:pic>
        <p:nvPicPr>
          <p:cNvPr id="5" name="Image 0" descr="fig/mod_b8_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16736"/>
            <a:ext cx="3419856" cy="24117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00600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level</a:t>
            </a:r>
            <a:endParaRPr lang="en-US" sz="1250" dirty="0"/>
          </a:p>
        </p:txBody>
      </p:sp>
      <p:pic>
        <p:nvPicPr>
          <p:cNvPr id="7" name="Image 1" descr="fig/leaf_b8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16736"/>
            <a:ext cx="3419856" cy="24117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3913632"/>
            <a:ext cx="8138160" cy="950976"/>
          </a:xfrm>
          <a:prstGeom prst="roundRect">
            <a:avLst>
              <a:gd name="adj" fmla="val 5769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907242" y="4006659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1.2 %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060054" y="40142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– 5.4 %  low</a:t>
            </a:r>
            <a:endParaRPr lang="en-US" sz="14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B89BEB2F-3CED-E0E1-657F-55426C349407}"/>
              </a:ext>
            </a:extLst>
          </p:cNvPr>
          <p:cNvSpPr txBox="1"/>
          <p:nvPr/>
        </p:nvSpPr>
        <p:spPr>
          <a:xfrm>
            <a:off x="962614" y="4271835"/>
            <a:ext cx="78715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Leaf level underestimates energy overall. Back-to-back profiling runs </a:t>
            </a:r>
            <a:r>
              <a:rPr lang="en-US" sz="1000" b="1" dirty="0"/>
              <a:t>hit in L2</a:t>
            </a:r>
            <a:r>
              <a:rPr lang="en-US" sz="1000" dirty="0"/>
              <a:t>, cutting the memory traffic the kernel pays inside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 power-capped and non-capped regimes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power over one forward pass, measured end-to-end, five sizes at both batch sizes</a:t>
            </a:r>
            <a:endParaRPr lang="en-US" sz="1250" dirty="0"/>
          </a:p>
        </p:txBody>
      </p:sp>
      <p:pic>
        <p:nvPicPr>
          <p:cNvPr id="4" name="Image 0" descr="fig/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51560"/>
            <a:ext cx="553212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53328" y="11887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1 spans 126 → 300 W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053328" y="1453896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tracks how busy the GPU actually is: yolo26n is GPU-active only 32 % of the forward and sits at 126 W, yolo26x already saturates the cap.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037144" y="2702740"/>
            <a:ext cx="2702254" cy="97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729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Our configurations cover both power-capped and non-capped regimes, and energy composition </a:t>
            </a:r>
            <a:r>
              <a:rPr lang="en-US" sz="1250" b="1" dirty="0">
                <a:solidFill>
                  <a:srgbClr val="1C729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holds across both</a:t>
            </a:r>
            <a:r>
              <a:rPr lang="en-US" sz="1250" dirty="0">
                <a:solidFill>
                  <a:srgbClr val="1C7293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1C7293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size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rows needed to cover yolo26 n → s → m → l → x at each granularity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069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2.4× the rows for one family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32511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has ~45 distinct Conv shapes but only ~23 distinct layers.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4069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extra rows buy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291839" y="4325112"/>
            <a:ext cx="27311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rows are keyed by Conv shape, so they transfer to any architecture built from the same shapes; a module row is tied to YOLO26's C3k2 depth and width.</a:t>
            </a:r>
            <a:endParaRPr lang="en-US" sz="950" dirty="0"/>
          </a:p>
        </p:txBody>
      </p:sp>
      <p:pic>
        <p:nvPicPr>
          <p:cNvPr id="11" name="Image 0" descr="fig/dbsize.png">
            <a:extLst>
              <a:ext uri="{FF2B5EF4-FFF2-40B4-BE49-F238E27FC236}">
                <a16:creationId xmlns:a16="http://schemas.microsoft.com/office/drawing/2014/main" id="{73437D63-4E2D-6731-F09E-86E9DE138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59" y="1246172"/>
            <a:ext cx="6287516" cy="23952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2A3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36192"/>
            <a:ext cx="347472" cy="347472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751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kernels with Jigsaw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Yash's Jigsaw predicts a small glue/memory kernel's cost from its shape, so the database becomes a seed set plus a model rather than an exhaustive table: measure what cannot be estimated, estimate the rest.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284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the 230-row leaf level affordable once we move past one family.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2A3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536192"/>
            <a:ext cx="347472" cy="347472"/>
          </a:xfrm>
          <a:prstGeom prst="ellipse">
            <a:avLst/>
          </a:prstGeom>
          <a:solidFill>
            <a:srgbClr val="E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8348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751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Re-measure with a cold cache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340864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underestimate: leaf sums sit 3–9 % below the block measured as a unit, and the profiler GPU-time sums are low too — so it is GPU-side, not a launch artefact.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3284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iterations re-read the same input from a warm L2 (A40: 6 MB) with no competing traffic. Flush the cache between iterations and see whether the deficit closes.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660</Words>
  <Application>Microsoft Macintosh PowerPoint</Application>
  <PresentationFormat>On-screen Show (16:9)</PresentationFormat>
  <Paragraphs>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Composing GPU inference energy from a per-kernel database</dc:title>
  <dc:subject>PptxGenJS Presentation</dc:subject>
  <dc:creator>Zikai Wang</dc:creator>
  <cp:lastModifiedBy>Wu, Ruofan</cp:lastModifiedBy>
  <cp:revision>12</cp:revision>
  <dcterms:created xsi:type="dcterms:W3CDTF">2026-09-14T15:24:59Z</dcterms:created>
  <dcterms:modified xsi:type="dcterms:W3CDTF">2026-09-14T19:11:02Z</dcterms:modified>
</cp:coreProperties>
</file>